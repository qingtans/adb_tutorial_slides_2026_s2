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8" r:id="rId4"/>
    <p:sldId id="259" r:id="rId5"/>
    <p:sldId id="260" r:id="rId6"/>
    <p:sldId id="262" r:id="rId7"/>
    <p:sldId id="263" r:id="rId8"/>
    <p:sldId id="264" r:id="rId9"/>
    <p:sldId id="271" r:id="rId10"/>
    <p:sldId id="269" r:id="rId11"/>
    <p:sldId id="273" r:id="rId12"/>
    <p:sldId id="272" r:id="rId13"/>
    <p:sldId id="276" r:id="rId14"/>
    <p:sldId id="270" r:id="rId15"/>
    <p:sldId id="277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25"/>
    <p:restoredTop sz="94545"/>
  </p:normalViewPr>
  <p:slideViewPr>
    <p:cSldViewPr snapToGrid="0">
      <p:cViewPr varScale="1">
        <p:scale>
          <a:sx n="116" d="100"/>
          <a:sy n="116" d="100"/>
        </p:scale>
        <p:origin x="20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C09BF-2F2E-6A27-F4A8-0F2D6331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540F0-CA0F-6E18-25E6-76241BCDB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8226A-A6E4-9FBE-8A36-6BD649118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46C51-6E6E-9D4B-8011-71D98B9AE7A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6F386-3791-7D31-3087-434733DC1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F2069-1434-9BA4-56B4-277084293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052D-547A-024A-8DB9-1805B4F8E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782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35E5F-48D9-BCA9-BED9-620366966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1F308-1893-2914-0FD9-1AAD64FB0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0C215-0902-992E-936A-E32380F45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46C51-6E6E-9D4B-8011-71D98B9AE7A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57EA8-A8D3-C872-A3B3-2B4CDD482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8E8E7-A510-07C0-CD35-AE8F2A473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052D-547A-024A-8DB9-1805B4F8E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50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71620-428D-1EDC-3C04-74135F8B1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49BF9-72C0-8633-2A0F-21C0C9B28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F84E7-5F4D-4387-95B0-D4BFFE3D3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46C51-6E6E-9D4B-8011-71D98B9AE7A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48B78-D8C1-A3E2-8AC9-B26E0E7D8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C946-8C58-67CF-8745-3C5BD65B9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052D-547A-024A-8DB9-1805B4F8E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16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D408-A9BC-8C9F-E358-22D2CE485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922BD-173D-CC44-9E41-176378023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83F7C-794B-FF04-F197-6EC026270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9FF0A-5ECA-D829-974D-F486BC75E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46C51-6E6E-9D4B-8011-71D98B9AE7A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4771-59AC-38FB-9F08-A30BA35AA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067CB-B336-35CF-583E-F38440924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052D-547A-024A-8DB9-1805B4F8E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99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98A8-BB71-B1E2-4F1D-B7A7A6591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E5FBC-D492-0DF5-0A07-CBA4AFA4B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F8888-8F4F-723A-AA9A-E2144BBF4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0D8152-F4D3-409E-2CEE-68BEA458F0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A2C296-4B65-41A2-C689-D1A41F504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25C3C-79DD-85E5-3681-29A6D93FC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46C51-6E6E-9D4B-8011-71D98B9AE7A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012BC0-1CFC-7205-29D3-ED9B99B9E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C23515-7B56-CC83-EF3A-CE143936A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052D-547A-024A-8DB9-1805B4F8E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910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50D21-1CA4-8A1A-950B-E060EFCC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45F1CF-1124-7662-774C-E4FF3DE35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46C51-6E6E-9D4B-8011-71D98B9AE7A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C9665-4965-34DF-AF5B-F98C9FBCD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F8813-75D1-4565-025A-FDC76F65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052D-547A-024A-8DB9-1805B4F8E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3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3D8E2D-A06A-F8B3-EAD4-62F387A2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46C51-6E6E-9D4B-8011-71D98B9AE7A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ED406C-A1FB-B826-DF20-36560C20D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0C3A8-B2EF-3323-A616-3A612673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052D-547A-024A-8DB9-1805B4F8E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031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4B6A2-EA14-526B-822A-5E7EE4359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4D2AE-74F2-35E2-B77B-3410BA438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6EC4B-A4A1-E0F3-B728-8C1C71F7B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A3ED0-1B14-9749-F737-AA1B038AA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46C51-6E6E-9D4B-8011-71D98B9AE7A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450A7-0729-1E03-0A59-26B1A8C12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D5B62-C109-D168-C738-5280CE55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052D-547A-024A-8DB9-1805B4F8E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775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20BC7-0499-AE4D-4B3E-9A7B3845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690E19-88BC-A986-8D6B-918E83B07B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6235D-EF4E-57CE-8922-38FCA889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1C5CA-D3B6-55D6-84E3-F85C3B01B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46C51-6E6E-9D4B-8011-71D98B9AE7A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24AB8-DC0A-F7AF-65B7-20B9E5BDF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17835-43D4-CD35-53E9-8E5D0881A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052D-547A-024A-8DB9-1805B4F8E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5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C01BC-02E2-634D-373B-B3B9CC6BB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DF6A0-3F54-AB9C-F758-E55002340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3FFE4-2178-6A68-1C11-9E2C7A32A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46C51-6E6E-9D4B-8011-71D98B9AE7A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4B055-8539-EB14-CD94-61DF23BCA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9EE3B-C473-02FA-CE28-BEB168529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052D-547A-024A-8DB9-1805B4F8E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738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42AC69-060F-9F33-B195-B326485A03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90F8F-8CAA-82C0-C98C-82A8E10AB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A58CA-2D3B-114A-F953-5F19438E3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46C51-6E6E-9D4B-8011-71D98B9AE7A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BF302-C80B-69F2-8259-BBBB0FD9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4F277-0B90-39E5-7D9E-A0B60593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052D-547A-024A-8DB9-1805B4F8E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45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9116F0-8463-38C3-40FA-768EDFA31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CC4BD-6D55-9236-D368-F033221D5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A6B09-7028-DF4F-65E5-ECF7D6329F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46C51-6E6E-9D4B-8011-71D98B9AE7AA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6BF2B-5723-598E-0CC1-FDE0D49BD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DA8E2-53C8-AB4F-6F59-F0F4914287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A9052D-547A-024A-8DB9-1805B4F8E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59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7FAE4-81B1-B1F5-48EB-962DB56F0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4670"/>
            <a:ext cx="9144000" cy="1047307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11 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DABFE-28B3-FC10-9CEB-F166996D0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98224"/>
            <a:ext cx="9144000" cy="464510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systems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Aries approach</a:t>
            </a:r>
          </a:p>
        </p:txBody>
      </p:sp>
    </p:spTree>
    <p:extLst>
      <p:ext uri="{BB962C8B-B14F-4D97-AF65-F5344CB8AC3E}">
        <p14:creationId xmlns:p14="http://schemas.microsoft.com/office/powerpoint/2010/main" val="212340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B6D3267A-EEAC-C306-E192-94BF7B379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44" y="1883895"/>
            <a:ext cx="11408215" cy="309020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77657B7-A0B8-75B8-0E13-5CD647A92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</a:p>
        </p:txBody>
      </p:sp>
    </p:spTree>
    <p:extLst>
      <p:ext uri="{BB962C8B-B14F-4D97-AF65-F5344CB8AC3E}">
        <p14:creationId xmlns:p14="http://schemas.microsoft.com/office/powerpoint/2010/main" val="366270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CA644-5A0A-AA7F-292B-6406EE64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638"/>
            <a:ext cx="10515600" cy="123885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0-2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3040D-5AEF-418F-B073-FB7889509C7E}"/>
              </a:ext>
            </a:extLst>
          </p:cNvPr>
          <p:cNvSpPr txBox="1"/>
          <p:nvPr/>
        </p:nvSpPr>
        <p:spPr>
          <a:xfrm>
            <a:off x="357809" y="1484243"/>
            <a:ext cx="3189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RAID 0 (block level striping)</a:t>
            </a:r>
          </a:p>
        </p:txBody>
      </p:sp>
      <p:pic>
        <p:nvPicPr>
          <p:cNvPr id="6" name="Picture 5" descr="A diagram of a cylinder&#10;&#10;Description automatically generated with medium confidence">
            <a:extLst>
              <a:ext uri="{FF2B5EF4-FFF2-40B4-BE49-F238E27FC236}">
                <a16:creationId xmlns:a16="http://schemas.microsoft.com/office/drawing/2014/main" id="{024D45A3-BBFB-9DCB-95F7-801B0F7EC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09" y="1884353"/>
            <a:ext cx="2717800" cy="2717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A3881C-9770-1F29-B3DF-594ED5527773}"/>
              </a:ext>
            </a:extLst>
          </p:cNvPr>
          <p:cNvSpPr txBox="1"/>
          <p:nvPr/>
        </p:nvSpPr>
        <p:spPr>
          <a:xfrm>
            <a:off x="593480" y="4773592"/>
            <a:ext cx="29684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effectLst/>
              </a:rPr>
              <a:t>A0, A1, A2, ... are contiguous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Double throughput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MTTF reduce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B624C2-E707-458B-8FED-0B875D28B343}"/>
              </a:ext>
            </a:extLst>
          </p:cNvPr>
          <p:cNvSpPr txBox="1"/>
          <p:nvPr/>
        </p:nvSpPr>
        <p:spPr>
          <a:xfrm>
            <a:off x="5035826" y="1484243"/>
            <a:ext cx="29684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RAID 1 (mirroring)</a:t>
            </a:r>
          </a:p>
        </p:txBody>
      </p:sp>
      <p:pic>
        <p:nvPicPr>
          <p:cNvPr id="12" name="Picture 11" descr="A diagram of a cylinder&#10;&#10;Description automatically generated with medium confidence">
            <a:extLst>
              <a:ext uri="{FF2B5EF4-FFF2-40B4-BE49-F238E27FC236}">
                <a16:creationId xmlns:a16="http://schemas.microsoft.com/office/drawing/2014/main" id="{9B325738-6022-A7D8-F613-EFDB0E649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100" y="1920028"/>
            <a:ext cx="2717800" cy="2705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EC6908-B70B-8233-5BA0-FA3395118BAB}"/>
              </a:ext>
            </a:extLst>
          </p:cNvPr>
          <p:cNvSpPr txBox="1"/>
          <p:nvPr/>
        </p:nvSpPr>
        <p:spPr>
          <a:xfrm>
            <a:off x="4722087" y="4773591"/>
            <a:ext cx="39079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</a:rPr>
              <a:t> higher read throughput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  </a:t>
            </a:r>
            <a:r>
              <a:rPr lang="en-AU" sz="1800" dirty="0">
                <a:effectLst/>
              </a:rPr>
              <a:t>lower write throughput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  half storage utilization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</a:rPr>
              <a:t>  MTTF increase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E8ED6C-F4BC-77EC-DF05-C1EDDCE1727E}"/>
              </a:ext>
            </a:extLst>
          </p:cNvPr>
          <p:cNvSpPr txBox="1"/>
          <p:nvPr/>
        </p:nvSpPr>
        <p:spPr>
          <a:xfrm>
            <a:off x="8478417" y="1550696"/>
            <a:ext cx="28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RAID 2 (bite level striping)</a:t>
            </a:r>
          </a:p>
        </p:txBody>
      </p:sp>
      <p:pic>
        <p:nvPicPr>
          <p:cNvPr id="20" name="Picture 19" descr="A diagram of a cylinder with text&#10;&#10;Description automatically generated with medium confidence">
            <a:extLst>
              <a:ext uri="{FF2B5EF4-FFF2-40B4-BE49-F238E27FC236}">
                <a16:creationId xmlns:a16="http://schemas.microsoft.com/office/drawing/2014/main" id="{E7759768-5580-D26D-16C3-D23B25B26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208" y="1987909"/>
            <a:ext cx="2717800" cy="27178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8A62E2A-7668-F62C-8CA6-5F9935482873}"/>
              </a:ext>
            </a:extLst>
          </p:cNvPr>
          <p:cNvSpPr txBox="1"/>
          <p:nvPr/>
        </p:nvSpPr>
        <p:spPr>
          <a:xfrm>
            <a:off x="9037983" y="4863548"/>
            <a:ext cx="23817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Striping at bit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transfer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MTTF reduce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Rarely used</a:t>
            </a:r>
          </a:p>
        </p:txBody>
      </p:sp>
    </p:spTree>
    <p:extLst>
      <p:ext uri="{BB962C8B-B14F-4D97-AF65-F5344CB8AC3E}">
        <p14:creationId xmlns:p14="http://schemas.microsoft.com/office/powerpoint/2010/main" val="3523209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D49E0-4D18-BF66-E903-B0E83A5D3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3-4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1F5E0-4C16-05DC-2F43-E83096F47C4A}"/>
              </a:ext>
            </a:extLst>
          </p:cNvPr>
          <p:cNvSpPr txBox="1"/>
          <p:nvPr/>
        </p:nvSpPr>
        <p:spPr>
          <a:xfrm>
            <a:off x="503583" y="1490633"/>
            <a:ext cx="30619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RAID 3 (Byte level striping)</a:t>
            </a:r>
          </a:p>
        </p:txBody>
      </p:sp>
      <p:pic>
        <p:nvPicPr>
          <p:cNvPr id="6" name="Picture 5" descr="A diagram of several cylinders&#10;&#10;Description automatically generated">
            <a:extLst>
              <a:ext uri="{FF2B5EF4-FFF2-40B4-BE49-F238E27FC236}">
                <a16:creationId xmlns:a16="http://schemas.microsoft.com/office/drawing/2014/main" id="{64FA6657-9A53-2C14-15CE-95C8150E3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7" y="2089150"/>
            <a:ext cx="3479800" cy="2679700"/>
          </a:xfrm>
          <a:prstGeom prst="rect">
            <a:avLst/>
          </a:prstGeom>
        </p:spPr>
      </p:pic>
      <p:pic>
        <p:nvPicPr>
          <p:cNvPr id="9" name="Picture 8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DB0D0693-0A8A-04FE-DA5F-A3D6A1C17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768849"/>
            <a:ext cx="2567609" cy="19567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8CCF83-E000-C537-E2EC-4D20E8D206D1}"/>
              </a:ext>
            </a:extLst>
          </p:cNvPr>
          <p:cNvSpPr txBox="1"/>
          <p:nvPr/>
        </p:nvSpPr>
        <p:spPr>
          <a:xfrm>
            <a:off x="4565036" y="1490633"/>
            <a:ext cx="3189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RAID 4 (block level striping)</a:t>
            </a:r>
          </a:p>
        </p:txBody>
      </p:sp>
      <p:pic>
        <p:nvPicPr>
          <p:cNvPr id="12" name="Picture 11" descr="A diagram of several cylinder sizes&#10;&#10;Description automatically generated with medium confidence">
            <a:extLst>
              <a:ext uri="{FF2B5EF4-FFF2-40B4-BE49-F238E27FC236}">
                <a16:creationId xmlns:a16="http://schemas.microsoft.com/office/drawing/2014/main" id="{8D61DB5E-E744-BE3E-C727-6CD236293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407" y="1890743"/>
            <a:ext cx="3454400" cy="2705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2FEA7A6-8C51-77C3-199A-364EE407883F}"/>
              </a:ext>
            </a:extLst>
          </p:cNvPr>
          <p:cNvSpPr txBox="1"/>
          <p:nvPr/>
        </p:nvSpPr>
        <p:spPr>
          <a:xfrm>
            <a:off x="4432407" y="4795898"/>
            <a:ext cx="34544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</a:rPr>
              <a:t>Striping takes place at block level </a:t>
            </a:r>
            <a:endParaRPr lang="en-A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</a:rPr>
              <a:t>Dedicated disk for parity blocks </a:t>
            </a:r>
            <a:endParaRPr lang="en-A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</a:rPr>
              <a:t>Provides higher throughput but very slow writes. </a:t>
            </a:r>
            <a:endParaRPr lang="en-AU" dirty="0">
              <a:effectLst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09C81D-EB95-9F18-F1B6-213AC19C5C78}"/>
              </a:ext>
            </a:extLst>
          </p:cNvPr>
          <p:cNvSpPr txBox="1"/>
          <p:nvPr/>
        </p:nvSpPr>
        <p:spPr>
          <a:xfrm>
            <a:off x="8464826" y="1506022"/>
            <a:ext cx="2888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RAID 5 (block level striping)</a:t>
            </a:r>
          </a:p>
        </p:txBody>
      </p:sp>
      <p:pic>
        <p:nvPicPr>
          <p:cNvPr id="17" name="Picture 16" descr="A diagram of several cylinder sizes&#10;&#10;Description automatically generated with medium confidence">
            <a:extLst>
              <a:ext uri="{FF2B5EF4-FFF2-40B4-BE49-F238E27FC236}">
                <a16:creationId xmlns:a16="http://schemas.microsoft.com/office/drawing/2014/main" id="{9057498A-9E6C-BFEC-95BF-6592EFB97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4826" y="1928843"/>
            <a:ext cx="3517900" cy="2667000"/>
          </a:xfrm>
          <a:prstGeom prst="rect">
            <a:avLst/>
          </a:prstGeom>
        </p:spPr>
      </p:pic>
      <p:pic>
        <p:nvPicPr>
          <p:cNvPr id="19" name="Picture 18" descr="A close up of text&#10;&#10;Description automatically generated">
            <a:extLst>
              <a:ext uri="{FF2B5EF4-FFF2-40B4-BE49-F238E27FC236}">
                <a16:creationId xmlns:a16="http://schemas.microsoft.com/office/drawing/2014/main" id="{E850255B-A940-5CEC-81BE-52C501A9C4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9759" y="4701734"/>
            <a:ext cx="3088033" cy="194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25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ata server&#10;&#10;Description automatically generated">
            <a:extLst>
              <a:ext uri="{FF2B5EF4-FFF2-40B4-BE49-F238E27FC236}">
                <a16:creationId xmlns:a16="http://schemas.microsoft.com/office/drawing/2014/main" id="{E672B999-C69C-EC5F-E925-EAFD0DCE9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598" y="0"/>
            <a:ext cx="8082804" cy="674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81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42BED-9E11-8DC1-76CE-17E534D43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619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054238B4-D0F1-82FC-49FD-EA3CBD8CD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097" y="1089213"/>
            <a:ext cx="8707900" cy="576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969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C0344-5ABE-773D-270E-F3EA23B35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</a:p>
        </p:txBody>
      </p:sp>
      <p:pic>
        <p:nvPicPr>
          <p:cNvPr id="5" name="Content Placeholder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D5CE1502-2AD2-5E1F-45FE-868A94696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4981" y="1690688"/>
            <a:ext cx="10622037" cy="2128277"/>
          </a:xfrm>
        </p:spPr>
      </p:pic>
    </p:spTree>
    <p:extLst>
      <p:ext uri="{BB962C8B-B14F-4D97-AF65-F5344CB8AC3E}">
        <p14:creationId xmlns:p14="http://schemas.microsoft.com/office/powerpoint/2010/main" val="2193870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C4FB-11EB-92AA-B0DD-11112CCEB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  <a:endParaRPr lang="en-US" dirty="0"/>
          </a:p>
        </p:txBody>
      </p:sp>
      <p:pic>
        <p:nvPicPr>
          <p:cNvPr id="5" name="Content Placeholder 4" descr="A close-up of a paper&#10;&#10;Description automatically generated">
            <a:extLst>
              <a:ext uri="{FF2B5EF4-FFF2-40B4-BE49-F238E27FC236}">
                <a16:creationId xmlns:a16="http://schemas.microsoft.com/office/drawing/2014/main" id="{79903624-717B-2AB9-9F39-18E6BBAC1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055" y="1690688"/>
            <a:ext cx="11413890" cy="4373936"/>
          </a:xfrm>
        </p:spPr>
      </p:pic>
    </p:spTree>
    <p:extLst>
      <p:ext uri="{BB962C8B-B14F-4D97-AF65-F5344CB8AC3E}">
        <p14:creationId xmlns:p14="http://schemas.microsoft.com/office/powerpoint/2010/main" val="3769010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BEC67-EAF7-62D7-B611-A6DCDD345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</a:t>
            </a:r>
          </a:p>
        </p:txBody>
      </p:sp>
      <p:pic>
        <p:nvPicPr>
          <p:cNvPr id="5" name="Content Placeholder 4" descr="A white paper with black text&#10;&#10;Description automatically generated">
            <a:extLst>
              <a:ext uri="{FF2B5EF4-FFF2-40B4-BE49-F238E27FC236}">
                <a16:creationId xmlns:a16="http://schemas.microsoft.com/office/drawing/2014/main" id="{D2133AC2-31D8-6978-8463-22712551A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2672281"/>
          </a:xfrm>
        </p:spPr>
      </p:pic>
    </p:spTree>
    <p:extLst>
      <p:ext uri="{BB962C8B-B14F-4D97-AF65-F5344CB8AC3E}">
        <p14:creationId xmlns:p14="http://schemas.microsoft.com/office/powerpoint/2010/main" val="1685985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6133F-3AC8-F564-09AE-5CBC59EA9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AU" sz="1800" b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Aries algorithm </a:t>
            </a:r>
            <a:br>
              <a:rPr lang="en-AU" dirty="0">
                <a:effectLst/>
              </a:rPr>
            </a:br>
            <a:r>
              <a:rPr lang="en-A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Aries algorithm (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A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nalysis)</a:t>
            </a:r>
            <a:endParaRPr lang="en-US" dirty="0"/>
          </a:p>
        </p:txBody>
      </p:sp>
      <p:pic>
        <p:nvPicPr>
          <p:cNvPr id="5" name="Content Placeholder 4" descr="A screenshot of a recovery&#10;&#10;Description automatically generated">
            <a:extLst>
              <a:ext uri="{FF2B5EF4-FFF2-40B4-BE49-F238E27FC236}">
                <a16:creationId xmlns:a16="http://schemas.microsoft.com/office/drawing/2014/main" id="{EB20FC76-8EF4-7FAB-649B-78F9D7DD75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8159" y="1331831"/>
            <a:ext cx="7375682" cy="5526169"/>
          </a:xfrm>
        </p:spPr>
      </p:pic>
    </p:spTree>
    <p:extLst>
      <p:ext uri="{BB962C8B-B14F-4D97-AF65-F5344CB8AC3E}">
        <p14:creationId xmlns:p14="http://schemas.microsoft.com/office/powerpoint/2010/main" val="4119255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8D1AA-F905-3A16-778E-26D0D34C8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8693A-C5C9-C33C-D2AD-306BBBFCB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</a:t>
            </a:r>
          </a:p>
        </p:txBody>
      </p:sp>
      <p:pic>
        <p:nvPicPr>
          <p:cNvPr id="5" name="Content Placeholder 4" descr="A white paper with black text&#10;&#10;Description automatically generated">
            <a:extLst>
              <a:ext uri="{FF2B5EF4-FFF2-40B4-BE49-F238E27FC236}">
                <a16:creationId xmlns:a16="http://schemas.microsoft.com/office/drawing/2014/main" id="{15CB0D30-0971-BEC1-3165-634B994C4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5563"/>
            <a:ext cx="10515600" cy="2672281"/>
          </a:xfrm>
        </p:spPr>
      </p:pic>
      <p:pic>
        <p:nvPicPr>
          <p:cNvPr id="4" name="Picture 3" descr="A close-up of a table&#10;&#10;AI-generated content may be incorrect.">
            <a:extLst>
              <a:ext uri="{FF2B5EF4-FFF2-40B4-BE49-F238E27FC236}">
                <a16:creationId xmlns:a16="http://schemas.microsoft.com/office/drawing/2014/main" id="{088BA4BF-BAE8-2A19-4D67-68E3E0796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361" y="4200658"/>
            <a:ext cx="10693724" cy="224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987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A9232-B008-5C47-29AB-448163647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DF3B-2C2D-3560-6882-540A4A1CD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AU" sz="1800" b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Aries algorithm </a:t>
            </a:r>
            <a:br>
              <a:rPr lang="en-AU" dirty="0">
                <a:effectLst/>
              </a:rPr>
            </a:br>
            <a:r>
              <a:rPr lang="en-A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Aries algorithm (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en-A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  <p:pic>
        <p:nvPicPr>
          <p:cNvPr id="7" name="Picture 6" descr="A white text with red text&#10;&#10;Description automatically generated">
            <a:extLst>
              <a:ext uri="{FF2B5EF4-FFF2-40B4-BE49-F238E27FC236}">
                <a16:creationId xmlns:a16="http://schemas.microsoft.com/office/drawing/2014/main" id="{04FB55D6-199C-FE59-87A6-C28EABD32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457" y="1325563"/>
            <a:ext cx="8141086" cy="553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172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2E7B9-CD28-A4C8-365F-67DEA1A90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A6FCD-3A45-0965-35AF-79CBCEEE0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</a:t>
            </a:r>
          </a:p>
        </p:txBody>
      </p:sp>
      <p:pic>
        <p:nvPicPr>
          <p:cNvPr id="5" name="Content Placeholder 4" descr="A white paper with black text&#10;&#10;Description automatically generated">
            <a:extLst>
              <a:ext uri="{FF2B5EF4-FFF2-40B4-BE49-F238E27FC236}">
                <a16:creationId xmlns:a16="http://schemas.microsoft.com/office/drawing/2014/main" id="{439FBAC7-9B36-0417-F171-70598AD5D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5563"/>
            <a:ext cx="10515600" cy="2672281"/>
          </a:xfrm>
        </p:spPr>
      </p:pic>
      <p:pic>
        <p:nvPicPr>
          <p:cNvPr id="6" name="Picture 5" descr="A close-up of a page&#10;&#10;AI-generated content may be incorrect.">
            <a:extLst>
              <a:ext uri="{FF2B5EF4-FFF2-40B4-BE49-F238E27FC236}">
                <a16:creationId xmlns:a16="http://schemas.microsoft.com/office/drawing/2014/main" id="{95736BFE-34F3-2E97-71EB-BDFFE3A4C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60" y="4003160"/>
            <a:ext cx="10256277" cy="285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178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71BE-DC0C-E39D-21F1-0340C2147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944"/>
            <a:ext cx="10515600" cy="1325563"/>
          </a:xfrm>
        </p:spPr>
        <p:txBody>
          <a:bodyPr/>
          <a:lstStyle/>
          <a:p>
            <a:pPr algn="ctr"/>
            <a:r>
              <a:rPr lang="en-AU" sz="1800" b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Aries algorithm </a:t>
            </a:r>
            <a:br>
              <a:rPr lang="en-AU" dirty="0">
                <a:effectLst/>
              </a:rPr>
            </a:br>
            <a:r>
              <a:rPr lang="en-A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Aries algorithm (Undo)</a:t>
            </a:r>
            <a:endParaRPr lang="en-US" dirty="0"/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62FA640-0198-45B3-71BB-5832870C84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7527" y="1532672"/>
            <a:ext cx="7276945" cy="5298747"/>
          </a:xfrm>
        </p:spPr>
      </p:pic>
    </p:spTree>
    <p:extLst>
      <p:ext uri="{BB962C8B-B14F-4D97-AF65-F5344CB8AC3E}">
        <p14:creationId xmlns:p14="http://schemas.microsoft.com/office/powerpoint/2010/main" val="3231346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67D3E-6FD4-7D47-987A-A315C2910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36A3F-6483-7890-5962-ABB378F90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</a:t>
            </a:r>
          </a:p>
        </p:txBody>
      </p:sp>
      <p:pic>
        <p:nvPicPr>
          <p:cNvPr id="5" name="Content Placeholder 4" descr="A white paper with black text&#10;&#10;Description automatically generated">
            <a:extLst>
              <a:ext uri="{FF2B5EF4-FFF2-40B4-BE49-F238E27FC236}">
                <a16:creationId xmlns:a16="http://schemas.microsoft.com/office/drawing/2014/main" id="{ED3D5606-E126-C1D2-AAF1-82362B007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5563"/>
            <a:ext cx="10515600" cy="2672281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735390-2DC7-11FB-E38E-8086D3E1B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030" y="4064540"/>
            <a:ext cx="10248483" cy="112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435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1924A-2E05-5520-8356-510A775F6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Aries algorithm</a:t>
            </a:r>
            <a:endParaRPr lang="en-US" dirty="0"/>
          </a:p>
        </p:txBody>
      </p:sp>
      <p:pic>
        <p:nvPicPr>
          <p:cNvPr id="5" name="Picture 4" descr="A diagram of a crash recovery&#10;&#10;AI-generated content may be incorrect.">
            <a:extLst>
              <a:ext uri="{FF2B5EF4-FFF2-40B4-BE49-F238E27FC236}">
                <a16:creationId xmlns:a16="http://schemas.microsoft.com/office/drawing/2014/main" id="{29FB341E-F5D1-6CE3-4FEA-F30B5D86B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685" y="1164026"/>
            <a:ext cx="7614629" cy="567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44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144</Words>
  <Application>Microsoft Macintosh PowerPoint</Application>
  <PresentationFormat>Widescreen</PresentationFormat>
  <Paragraphs>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Times New Roman</vt:lpstr>
      <vt:lpstr>Office Theme</vt:lpstr>
      <vt:lpstr>Week 11 tutorial</vt:lpstr>
      <vt:lpstr>Q1</vt:lpstr>
      <vt:lpstr>RAID 0-2</vt:lpstr>
      <vt:lpstr>RAID 3-4</vt:lpstr>
      <vt:lpstr>PowerPoint Presentation</vt:lpstr>
      <vt:lpstr>Q1</vt:lpstr>
      <vt:lpstr>Q2</vt:lpstr>
      <vt:lpstr>Q2</vt:lpstr>
      <vt:lpstr>Q3</vt:lpstr>
      <vt:lpstr>Aries algorithm  Aries algorithm (Analysis)</vt:lpstr>
      <vt:lpstr>Q3</vt:lpstr>
      <vt:lpstr>Aries algorithm  Aries algorithm (Redo)</vt:lpstr>
      <vt:lpstr>Q3</vt:lpstr>
      <vt:lpstr>Aries algorithm  Aries algorithm (Undo)</vt:lpstr>
      <vt:lpstr>Q3</vt:lpstr>
      <vt:lpstr>Aries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Qingtan Shen</dc:creator>
  <cp:lastModifiedBy>Qingtan Shen</cp:lastModifiedBy>
  <cp:revision>3</cp:revision>
  <dcterms:created xsi:type="dcterms:W3CDTF">2024-10-08T13:20:02Z</dcterms:created>
  <dcterms:modified xsi:type="dcterms:W3CDTF">2026-05-19T02:25:34Z</dcterms:modified>
</cp:coreProperties>
</file>