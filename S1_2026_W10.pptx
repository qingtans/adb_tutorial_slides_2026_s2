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2"/>
    <p:restoredTop sz="94737"/>
  </p:normalViewPr>
  <p:slideViewPr>
    <p:cSldViewPr snapToGrid="0">
      <p:cViewPr varScale="1">
        <p:scale>
          <a:sx n="115" d="100"/>
          <a:sy n="115" d="100"/>
        </p:scale>
        <p:origin x="4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D5AEB-68A9-4165-C4C6-DD2925F79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B7C73-5C82-66C4-9D56-068A1A239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39729-E6E7-D47E-1591-AA097B100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0A5F-B371-FB4E-B063-DE5326D2893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E942F-0359-317B-0D27-DC21AAD78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D0CBC-9147-F269-6448-8E028AA7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153F-8310-8C40-9D18-DDF86D27E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78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E4C86-E509-2BBE-0954-CC0ACE953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F634F-1A4C-EB30-4862-A6B5766CD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94808-F98A-E8A1-964C-08AF491B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0A5F-B371-FB4E-B063-DE5326D2893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2AA9A-26ED-18CF-6BDC-D8D08E973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13A78-9B75-16FC-17FC-874D6F1E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153F-8310-8C40-9D18-DDF86D27E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8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00855-40EF-5131-EF35-3EEDE6BA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04CFB-AFBB-06AE-70A6-7F1EA1120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7DB6D-42CE-E525-CE78-717BCB96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0A5F-B371-FB4E-B063-DE5326D2893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649BB-015B-F7E8-D7DA-1AD284D0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84B25-2602-0C1B-095F-1E8483A2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153F-8310-8C40-9D18-DDF86D27E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31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211BC-5D49-907B-D0BC-7C33BB86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B96A2-D6AC-D1B9-28B0-D79BADA5A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D37B1-A298-56D5-B531-599455F17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49EFA-2142-4515-0D93-D6D601CF9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0A5F-B371-FB4E-B063-DE5326D2893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EA9BA-8549-3FB1-B15F-81244ED9A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B4B8F-C878-A979-A100-D9E9248A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153F-8310-8C40-9D18-DDF86D27E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1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1B3AF-771F-ECC6-38A0-C901D93C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21143-2DC3-8373-CA20-23CBEAC2E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FC6FE-0012-1B36-E908-D5FF3B6DA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14D95B-ADC6-8E47-A716-89CA69EE7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D7EBF4-A59E-EEB4-8B9D-5BFC569AE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558B9-D681-3256-F2F0-9B946988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0A5F-B371-FB4E-B063-DE5326D2893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FA4AA-82C4-F884-21D2-C671C64A7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0EED75-2697-C10D-A49D-006CA5205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153F-8310-8C40-9D18-DDF86D27E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56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6B38E-A9F5-C834-4A0F-72B6D61D9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9004C-BC02-8AD6-6046-BF6933A49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0A5F-B371-FB4E-B063-DE5326D2893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F49D4-516C-11D8-114C-995380083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771E5-8946-2FDB-FDCF-96EC31AA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153F-8310-8C40-9D18-DDF86D27E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5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C3E8E-CBA6-4EA2-C903-E7D6443F9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0A5F-B371-FB4E-B063-DE5326D2893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37F9E-5784-ACEA-5D47-E6D8B33D5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C6C3D-8F96-DB2E-9202-46AADD88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153F-8310-8C40-9D18-DDF86D27E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5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A2A3D-1D0E-9640-72C8-798BF3C05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0C9E3-5F9B-D26A-B1D4-6AD3E66C7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5B6B5-A217-8051-E337-E2D549CE2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44556-FEAF-1636-85AC-7DB12D4A3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0A5F-B371-FB4E-B063-DE5326D2893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E5A20-A73C-AEDC-35B2-F0E453AC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5CCF8-C6CC-55B9-029E-5BC68AC66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153F-8310-8C40-9D18-DDF86D27E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61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92A4D-5EE8-4537-2524-3C1A65A3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1A66A-0B5C-102F-52CF-22B22C740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54814-5DAE-C4EB-B696-9E6DBBC52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54980-8AAF-2B58-2A97-D2412A884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0A5F-B371-FB4E-B063-DE5326D2893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15CBF-87E7-C713-D1B2-B46FC74D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65771-1D4E-0DA9-79DF-0C5E08E8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153F-8310-8C40-9D18-DDF86D27E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52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FEBD-20DC-4FD1-488F-95BB52B1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75561-803F-E89D-0678-30EF80570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44531-48AD-9318-D342-B10222674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0A5F-B371-FB4E-B063-DE5326D2893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05383-183B-B631-54E8-FB517BD98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34173-A6C6-9DF6-C01B-7BC4B882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153F-8310-8C40-9D18-DDF86D27E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24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48344B-1013-0C07-B4E4-18CBB4E03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C4195-2402-7F64-EE00-99D2D9050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64451-B394-185B-D8F8-2B8C2FB42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0A5F-B371-FB4E-B063-DE5326D2893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BA09-FC56-6D45-59B2-2FE1ECAC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B6560-A96A-2ED0-50F7-2197FCE04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153F-8310-8C40-9D18-DDF86D27E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8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C454DB-A25D-3CB8-1708-CC34BFEDA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983A8-3E6E-D55A-8CB6-286CFD513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39CD1-8E63-72CC-BECA-6C0500A16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C0A5F-B371-FB4E-B063-DE5326D2893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E04D4-9E63-5931-5030-73765034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D5E85-13A3-1102-2552-BCCF015D5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A153F-8310-8C40-9D18-DDF86D27E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82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8A8FF-EDAE-A311-9771-82265464C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2549"/>
            <a:ext cx="9144000" cy="1007651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10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24AD-EBDE-4720-5A0B-B44E301C6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3757"/>
            <a:ext cx="9144000" cy="4141694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(Intention locks)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3 (Intention locks)</a:t>
            </a:r>
          </a:p>
        </p:txBody>
      </p:sp>
    </p:spTree>
    <p:extLst>
      <p:ext uri="{BB962C8B-B14F-4D97-AF65-F5344CB8AC3E}">
        <p14:creationId xmlns:p14="http://schemas.microsoft.com/office/powerpoint/2010/main" val="1540477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C392-A672-62C8-FCFE-1355FDD44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pic>
        <p:nvPicPr>
          <p:cNvPr id="6" name="Picture 5" descr="A white rectangular grid with black and white text&#10;&#10;Description automatically generated">
            <a:extLst>
              <a:ext uri="{FF2B5EF4-FFF2-40B4-BE49-F238E27FC236}">
                <a16:creationId xmlns:a16="http://schemas.microsoft.com/office/drawing/2014/main" id="{A467CA4A-39A3-C80D-D6EA-66EA0A668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739" y="3633170"/>
            <a:ext cx="4527386" cy="3068283"/>
          </a:xfrm>
          <a:prstGeom prst="rect">
            <a:avLst/>
          </a:prstGeom>
        </p:spPr>
      </p:pic>
      <p:pic>
        <p:nvPicPr>
          <p:cNvPr id="14" name="Picture 13" descr="A group of black and white text&#10;&#10;AI-generated content may be incorrect.">
            <a:extLst>
              <a:ext uri="{FF2B5EF4-FFF2-40B4-BE49-F238E27FC236}">
                <a16:creationId xmlns:a16="http://schemas.microsoft.com/office/drawing/2014/main" id="{30B9FB8F-4C34-BB23-E8D0-E0D003E7C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162" y="3633170"/>
            <a:ext cx="4508500" cy="3098800"/>
          </a:xfrm>
          <a:prstGeom prst="rect">
            <a:avLst/>
          </a:prstGeom>
        </p:spPr>
      </p:pic>
      <p:pic>
        <p:nvPicPr>
          <p:cNvPr id="4" name="Picture 3" descr="A close up of text&#10;&#10;AI-generated content may be incorrect.">
            <a:extLst>
              <a:ext uri="{FF2B5EF4-FFF2-40B4-BE49-F238E27FC236}">
                <a16:creationId xmlns:a16="http://schemas.microsoft.com/office/drawing/2014/main" id="{D1AEC8A9-8C5B-A48D-C9BC-691493DFA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540" y="1248633"/>
            <a:ext cx="10515599" cy="238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59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E19206-0995-3752-6201-D092421BA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pic>
        <p:nvPicPr>
          <p:cNvPr id="8" name="Picture 7" descr="A close-up of a text&#10;&#10;AI-generated content may be incorrect.">
            <a:extLst>
              <a:ext uri="{FF2B5EF4-FFF2-40B4-BE49-F238E27FC236}">
                <a16:creationId xmlns:a16="http://schemas.microsoft.com/office/drawing/2014/main" id="{AE4622FA-5B42-E45C-658D-3ED407C55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87500"/>
            <a:ext cx="10651305" cy="242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4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1E0EF-E5C7-7582-EC07-82B22441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9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E08B76-6042-D879-2356-A14A6A965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4258"/>
            <a:ext cx="10727388" cy="1018006"/>
          </a:xfrm>
          <a:prstGeom prst="rect">
            <a:avLst/>
          </a:prstGeom>
        </p:spPr>
      </p:pic>
      <p:pic>
        <p:nvPicPr>
          <p:cNvPr id="7" name="Picture 6" descr="A diagram of a computer server&#10;&#10;AI-generated content may be incorrect.">
            <a:extLst>
              <a:ext uri="{FF2B5EF4-FFF2-40B4-BE49-F238E27FC236}">
                <a16:creationId xmlns:a16="http://schemas.microsoft.com/office/drawing/2014/main" id="{FAA15B3B-9D11-FEE9-0F85-B15230CEF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98" y="2641090"/>
            <a:ext cx="5212602" cy="2113473"/>
          </a:xfrm>
          <a:prstGeom prst="rect">
            <a:avLst/>
          </a:prstGeom>
        </p:spPr>
      </p:pic>
      <p:pic>
        <p:nvPicPr>
          <p:cNvPr id="8" name="Picture 7" descr="A white rectangular grid with black and white text&#10;&#10;Description automatically generated">
            <a:extLst>
              <a:ext uri="{FF2B5EF4-FFF2-40B4-BE49-F238E27FC236}">
                <a16:creationId xmlns:a16="http://schemas.microsoft.com/office/drawing/2014/main" id="{19C91FC9-4CAC-1269-78C8-FA6FDAA19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216" y="2641090"/>
            <a:ext cx="4527386" cy="306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31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4A0826D5-AF24-4CDF-99BF-D7191175A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3719" y="1354258"/>
            <a:ext cx="10304561" cy="5012156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79D9A4-F91F-253B-E830-12709BF56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9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</p:spTree>
    <p:extLst>
      <p:ext uri="{BB962C8B-B14F-4D97-AF65-F5344CB8AC3E}">
        <p14:creationId xmlns:p14="http://schemas.microsoft.com/office/powerpoint/2010/main" val="1899021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6CC3-AACF-3D8E-954B-16783DD88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  <p:pic>
        <p:nvPicPr>
          <p:cNvPr id="7" name="Picture 6" descr="A close-up of a document&#10;&#10;Description automatically generated">
            <a:extLst>
              <a:ext uri="{FF2B5EF4-FFF2-40B4-BE49-F238E27FC236}">
                <a16:creationId xmlns:a16="http://schemas.microsoft.com/office/drawing/2014/main" id="{AFFD4816-957E-B5BB-AE3D-05BEF82A5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48" y="2395279"/>
            <a:ext cx="6934200" cy="4343400"/>
          </a:xfrm>
          <a:prstGeom prst="rect">
            <a:avLst/>
          </a:prstGeom>
        </p:spPr>
      </p:pic>
      <p:pic>
        <p:nvPicPr>
          <p:cNvPr id="4" name="Picture 3" descr="A white text with black text&#10;&#10;Description automatically generated">
            <a:extLst>
              <a:ext uri="{FF2B5EF4-FFF2-40B4-BE49-F238E27FC236}">
                <a16:creationId xmlns:a16="http://schemas.microsoft.com/office/drawing/2014/main" id="{0351C817-037C-E1FE-3FBF-0C10DBCB9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648" y="2514599"/>
            <a:ext cx="4252281" cy="4343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F6DC3C-8EC1-53BE-2154-50A2AA572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48" y="1514505"/>
            <a:ext cx="10515600" cy="88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99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B123FC-4E41-C5DC-42A4-2EA29862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  <p:pic>
        <p:nvPicPr>
          <p:cNvPr id="9" name="Picture 8" descr="A close-up of a text&#10;&#10;Description automatically generated">
            <a:extLst>
              <a:ext uri="{FF2B5EF4-FFF2-40B4-BE49-F238E27FC236}">
                <a16:creationId xmlns:a16="http://schemas.microsoft.com/office/drawing/2014/main" id="{3AFD1FC9-AB4E-DE7D-F8E0-5DD95488B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9592"/>
            <a:ext cx="10627242" cy="27069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1BD448-DFA1-BCFA-1C49-6CB7734A4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22" y="1690688"/>
            <a:ext cx="10755778" cy="90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26</Words>
  <Application>Microsoft Macintosh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Week 10 tutorial</vt:lpstr>
      <vt:lpstr>Question 1</vt:lpstr>
      <vt:lpstr>Question 1</vt:lpstr>
      <vt:lpstr>Question 2</vt:lpstr>
      <vt:lpstr>Question 2</vt:lpstr>
      <vt:lpstr>Question 3</vt:lpstr>
      <vt:lpstr>Question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Qingtan Shen</dc:creator>
  <cp:lastModifiedBy>Qingtan Shen</cp:lastModifiedBy>
  <cp:revision>1</cp:revision>
  <dcterms:created xsi:type="dcterms:W3CDTF">2025-10-07T00:35:49Z</dcterms:created>
  <dcterms:modified xsi:type="dcterms:W3CDTF">2026-05-15T05:08:20Z</dcterms:modified>
</cp:coreProperties>
</file>